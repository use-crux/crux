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 note for slide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 note for slide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Slide One</a:t>
            </a:r>
            <a:endParaRPr lang="en-US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Ready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Slide Two</a:t>
            </a: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Crux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Ordered presentation evidence</dc:title>
  <dc:subject>Anydoc fixture</dc:subject>
  <dc:creator>Crux</dc:creator>
  <cp:lastModifiedBy>Crux</cp:lastModifiedBy>
  <cp:revision>1</cp:revision>
  <dcterms:created xsi:type="dcterms:W3CDTF">2026-08-08T05:26:47Z</dcterms:created>
  <dcterms:modified xsi:type="dcterms:W3CDTF">2026-08-08T05:26:47Z</dcterms:modified>
</cp:coreProperties>
</file>